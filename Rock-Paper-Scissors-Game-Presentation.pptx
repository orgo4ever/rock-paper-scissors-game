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3"/>
  </p:sldMasterIdLst>
  <p:notesMasterIdLst>
    <p:notesMasterId r:id="rId10"/>
  </p:notesMasterIdLst>
  <p:sldIdLst>
    <p:sldId id="449" r:id="rId4"/>
    <p:sldId id="450" r:id="rId5"/>
    <p:sldId id="451" r:id="rId6"/>
    <p:sldId id="452" r:id="rId7"/>
    <p:sldId id="453" r:id="rId8"/>
    <p:sldId id="45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E9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85714" autoAdjust="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6EB55-78E6-4053-BDF4-AB29E6147B8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45865-F927-4A10-903E-40CA0FEA1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69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C75B709-1521-4C3F-BC15-FBF4F10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52" b="7852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F5025E1-B91B-42CD-B5C4-55FA7A9E0E67}"/>
              </a:ext>
            </a:extLst>
          </p:cNvPr>
          <p:cNvSpPr/>
          <p:nvPr/>
        </p:nvSpPr>
        <p:spPr>
          <a:xfrm>
            <a:off x="0" y="1906524"/>
            <a:ext cx="12192000" cy="2743200"/>
          </a:xfrm>
          <a:prstGeom prst="rect">
            <a:avLst/>
          </a:prstGeom>
          <a:solidFill>
            <a:schemeClr val="tx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9DEEC-6FC5-4EBC-86BC-6C1D5EA8A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201164"/>
            <a:ext cx="11887200" cy="11430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53476-7408-4805-BE2A-3C203EC10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3455924"/>
            <a:ext cx="11887200" cy="91440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400">
                <a:ln w="3175"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58ADED4-C1C7-47F6-A59D-1DFB54F66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559040" y="5870448"/>
            <a:ext cx="4229098" cy="68579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5299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3440-2D81-4EA2-8552-6CFBC399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65035"/>
            <a:ext cx="10744200" cy="777240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E2A0C-B861-4CCA-A418-82F129768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17172"/>
            <a:ext cx="11658600" cy="50292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AB8108-8B60-49AD-BFFF-E68996596BB9}"/>
              </a:ext>
            </a:extLst>
          </p:cNvPr>
          <p:cNvCxnSpPr>
            <a:cxnSpLocks/>
          </p:cNvCxnSpPr>
          <p:nvPr/>
        </p:nvCxnSpPr>
        <p:spPr>
          <a:xfrm>
            <a:off x="266700" y="1042275"/>
            <a:ext cx="107442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60582D-C221-43D2-97F8-009A59B240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7266D8B-998D-4DCF-95B3-C8D111A2A4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35C4AF3-1BB6-494B-B18D-0F58E5CFB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8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8E7A-E19D-4D0B-A244-C0B1576B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8600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565F6-1DA5-4AC1-9A2F-551E81F74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4589463"/>
            <a:ext cx="11658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4DCC68-3805-40ED-805B-CD51DA61A099}"/>
              </a:ext>
            </a:extLst>
          </p:cNvPr>
          <p:cNvCxnSpPr>
            <a:cxnSpLocks/>
          </p:cNvCxnSpPr>
          <p:nvPr/>
        </p:nvCxnSpPr>
        <p:spPr>
          <a:xfrm>
            <a:off x="266700" y="4562475"/>
            <a:ext cx="116586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A13E36A-65FC-4CAE-B8AD-530726B137F0}"/>
              </a:ext>
            </a:extLst>
          </p:cNvPr>
          <p:cNvSpPr/>
          <p:nvPr/>
        </p:nvSpPr>
        <p:spPr>
          <a:xfrm>
            <a:off x="0" y="6192670"/>
            <a:ext cx="3833446" cy="66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33E4C6E-3C9E-4E1E-8517-4A401DA6B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9938" y="624391"/>
            <a:ext cx="3212123" cy="2170692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7B44D9D-A3C1-4AE5-9CDF-9C533C77F4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3431F0F-36A3-432A-ABFA-3E056188A4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1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751CE3F-79BE-4145-8601-7BF7C06C7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65035"/>
            <a:ext cx="10698480" cy="777240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B7F0-9E8D-42A6-9392-261E3B7EE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217172"/>
            <a:ext cx="5669280" cy="50292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E1E354-F98B-466C-9811-9887B556A4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6020" y="1217172"/>
            <a:ext cx="5669280" cy="50292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0A3C7D-7B51-4E09-AC52-A55A18319369}"/>
              </a:ext>
            </a:extLst>
          </p:cNvPr>
          <p:cNvCxnSpPr>
            <a:cxnSpLocks/>
          </p:cNvCxnSpPr>
          <p:nvPr/>
        </p:nvCxnSpPr>
        <p:spPr>
          <a:xfrm>
            <a:off x="266700" y="1042275"/>
            <a:ext cx="106984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09D0509-3015-48F6-BCC3-EE92AFF480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C511F0-19F6-4CD3-A566-75AC236ABE1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C239CE7-0CCC-4240-B41B-4DB682B913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5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163ADC-D52A-495E-B76B-95DB886FF806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256020" y="1678522"/>
            <a:ext cx="5669280" cy="45720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EB20C0A-ECC8-446E-825A-442BE4E6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65035"/>
            <a:ext cx="10744200" cy="777240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CFA58D-C529-4459-99D3-3702B20823B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66700" y="1678522"/>
            <a:ext cx="5669280" cy="4572000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3pPr>
              <a:defRPr sz="22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4AD17-748F-4895-B6BB-8140E22ED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134211"/>
            <a:ext cx="5669280" cy="5443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13AEE5-6922-4978-ACA7-7C609A142F73}"/>
              </a:ext>
            </a:extLst>
          </p:cNvPr>
          <p:cNvCxnSpPr>
            <a:cxnSpLocks/>
          </p:cNvCxnSpPr>
          <p:nvPr/>
        </p:nvCxnSpPr>
        <p:spPr>
          <a:xfrm>
            <a:off x="266700" y="1042275"/>
            <a:ext cx="107442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63DC822-40BF-4994-A517-91108834108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6022" y="1134211"/>
            <a:ext cx="5669280" cy="54431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B520F8-7508-4566-B4DB-11B36CDC25D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059DE93-0B9B-4D43-A8E9-40C8C99CC88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BBBDD63-7E77-40FD-947F-F981606949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40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B138-3F03-4B39-BEF1-EC0EC113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20674"/>
            <a:ext cx="10744200" cy="721736"/>
          </a:xfrm>
          <a:prstGeom prst="rect">
            <a:avLst/>
          </a:prstGeom>
        </p:spPr>
        <p:txBody>
          <a:bodyPr anchor="ctr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C5B54F-CEE7-4070-A2EC-EBEAB50E51AC}"/>
              </a:ext>
            </a:extLst>
          </p:cNvPr>
          <p:cNvCxnSpPr>
            <a:cxnSpLocks/>
          </p:cNvCxnSpPr>
          <p:nvPr/>
        </p:nvCxnSpPr>
        <p:spPr>
          <a:xfrm>
            <a:off x="266700" y="1042416"/>
            <a:ext cx="107442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ECC0B-3E5B-4908-8601-8D5A29F07C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01CFAB-748F-4042-AEED-413CA90E33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A12E08C-3006-4CA4-909E-52EE31D1A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3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0B2E4-C014-4C23-A103-DB00F0C271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E1E3B-21D2-4AA5-AE68-9B3B6E9577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E29EA84-4F80-4CF7-85C7-171309D58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5700" y="265034"/>
            <a:ext cx="609600" cy="79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9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(Scar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ndBoard_Wide_Alpha-converted">
            <a:hlinkClick r:id="" action="ppaction://media"/>
            <a:extLst>
              <a:ext uri="{FF2B5EF4-FFF2-40B4-BE49-F238E27FC236}">
                <a16:creationId xmlns:a16="http://schemas.microsoft.com/office/drawing/2014/main" id="{2E78040D-A384-4D66-A890-29466D523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4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(Gr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ndBoard_Wide_Gray_Alpha-converted">
            <a:hlinkClick r:id="" action="ppaction://media"/>
            <a:extLst>
              <a:ext uri="{FF2B5EF4-FFF2-40B4-BE49-F238E27FC236}">
                <a16:creationId xmlns:a16="http://schemas.microsoft.com/office/drawing/2014/main" id="{86B791CF-326F-430C-8089-536F4474A4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2638D-D0B7-4307-AAAD-2CAB9D348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" y="6471138"/>
            <a:ext cx="7886700" cy="2701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5E42F-3712-4BC6-9DE9-3A7DA0A191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2100" y="6471138"/>
            <a:ext cx="27432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467B-7D99-4CCB-B9FD-B755244C75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54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B6491-DD57-4EB4-8BD5-B2DAECDEC7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1B059A-8970-6DEB-7357-91DD513E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 Paper Scissors Tournament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681EC-C725-6EFC-099D-2BA5D46C5A80}"/>
              </a:ext>
            </a:extLst>
          </p:cNvPr>
          <p:cNvSpPr txBox="1"/>
          <p:nvPr/>
        </p:nvSpPr>
        <p:spPr>
          <a:xfrm>
            <a:off x="648930" y="2971876"/>
            <a:ext cx="8829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Kyle Haustein</a:t>
            </a:r>
          </a:p>
          <a:p>
            <a:pPr algn="ctr"/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Python Analytics Quest: Week 1 Project</a:t>
            </a:r>
          </a:p>
        </p:txBody>
      </p:sp>
    </p:spTree>
    <p:extLst>
      <p:ext uri="{BB962C8B-B14F-4D97-AF65-F5344CB8AC3E}">
        <p14:creationId xmlns:p14="http://schemas.microsoft.com/office/powerpoint/2010/main" val="199943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B198-E767-3391-7CE9-E0889E52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16B6-A126-4CFB-A9D6-6069AA2D6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332BF5-94C9-2434-C33D-E4FFFC9C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Game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99B4F-C6EE-B10E-02A6-5A02FB6F28E7}"/>
              </a:ext>
            </a:extLst>
          </p:cNvPr>
          <p:cNvSpPr txBox="1"/>
          <p:nvPr/>
        </p:nvSpPr>
        <p:spPr>
          <a:xfrm>
            <a:off x="1042219" y="1450827"/>
            <a:ext cx="682358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Win condition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player reaches the required number of wins first.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Lose condition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computer reaches the required number of wins first.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Extra feature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player can replay the game after the tournament ends. The number of rounds can be customized within limits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C7BA6-ECB1-60BD-01FD-45FD9E78A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909" y="1450827"/>
            <a:ext cx="1839991" cy="225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9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1B06-9A1D-F2D0-E217-BA6C8F52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A8147-22B6-A934-90B6-FE05D60BCA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587E12-AE35-F5ED-4D0C-5F767522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Technical Design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F5C01D-641F-84F6-1791-FDBF1C51D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942" y="1192336"/>
            <a:ext cx="594411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0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23B7-CD8D-BEEB-7105-3D25BFBA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0E94A-9E2C-9BE5-EEEB-503A12826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0BD5629-4056-E638-255C-A642F912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Struggles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C3591-F148-DD1D-97AF-504CDE0D4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808" y="1406013"/>
            <a:ext cx="2911092" cy="1653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8AEC9-7F06-FF3B-08C0-A6C6C2644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542" y="3798305"/>
            <a:ext cx="2250358" cy="21901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724A67-ECAE-1AAB-D7AC-71757085E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271" y="1406013"/>
            <a:ext cx="5203729" cy="292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8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7950-014F-436A-C14E-0D16845E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7CD40-78A2-13A7-1134-3FED19ECF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57B854A-1A86-E7B0-4F11-6920D48E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89B7F-A2B2-5F4B-0F23-F85F71784C02}"/>
              </a:ext>
            </a:extLst>
          </p:cNvPr>
          <p:cNvSpPr txBox="1"/>
          <p:nvPr/>
        </p:nvSpPr>
        <p:spPr>
          <a:xfrm>
            <a:off x="963562" y="2644877"/>
            <a:ext cx="975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Who wants to play?</a:t>
            </a:r>
          </a:p>
        </p:txBody>
      </p:sp>
    </p:spTree>
    <p:extLst>
      <p:ext uri="{BB962C8B-B14F-4D97-AF65-F5344CB8AC3E}">
        <p14:creationId xmlns:p14="http://schemas.microsoft.com/office/powerpoint/2010/main" val="3356507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0A8B-7377-D765-747B-58D0E6E2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FA2B-2CBD-DD14-107F-6B8651A563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F467B-7D99-4CCB-B9FD-B755244C7518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8BAEB3-0621-6FD4-4BA3-561AD12D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21E3CE-41C4-CF04-4DB5-AC6BD4B4368A}"/>
              </a:ext>
            </a:extLst>
          </p:cNvPr>
          <p:cNvSpPr txBox="1"/>
          <p:nvPr/>
        </p:nvSpPr>
        <p:spPr>
          <a:xfrm>
            <a:off x="963562" y="2644877"/>
            <a:ext cx="975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32456053"/>
      </p:ext>
    </p:extLst>
  </p:cSld>
  <p:clrMapOvr>
    <a:masterClrMapping/>
  </p:clrMapOvr>
</p:sld>
</file>

<file path=ppt/theme/theme1.xml><?xml version="1.0" encoding="utf-8"?>
<a:theme xmlns:a="http://schemas.openxmlformats.org/drawingml/2006/main" name="Ohio State Theme_Proxima Nova_2021">
  <a:themeElements>
    <a:clrScheme name="OSU Primary Palette + Secondary Color Group 2">
      <a:dk1>
        <a:sysClr val="windowText" lastClr="000000"/>
      </a:dk1>
      <a:lt1>
        <a:sysClr val="window" lastClr="FFFFFF"/>
      </a:lt1>
      <a:dk2>
        <a:srgbClr val="BB0000"/>
      </a:dk2>
      <a:lt2>
        <a:srgbClr val="666666"/>
      </a:lt2>
      <a:accent1>
        <a:srgbClr val="6EBBAB"/>
      </a:accent1>
      <a:accent2>
        <a:srgbClr val="FFEAAE"/>
      </a:accent2>
      <a:accent3>
        <a:srgbClr val="909738"/>
      </a:accent3>
      <a:accent4>
        <a:srgbClr val="221134"/>
      </a:accent4>
      <a:accent5>
        <a:srgbClr val="851E5E"/>
      </a:accent5>
      <a:accent6>
        <a:srgbClr val="BB0000"/>
      </a:accent6>
      <a:hlink>
        <a:srgbClr val="BB0000"/>
      </a:hlink>
      <a:folHlink>
        <a:srgbClr val="666666"/>
      </a:folHlink>
    </a:clrScheme>
    <a:fontScheme name="Proxima Nova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io State Theme_Proxima Nova_2021" id="{D4CEC81E-E1B4-4E42-B659-0ABDF82F58B0}" vid="{EEB643A8-F430-499A-93EC-AFC9F21C00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18876653C19448890E489DA1E031D5" ma:contentTypeVersion="15" ma:contentTypeDescription="Create a new document." ma:contentTypeScope="" ma:versionID="31df7b2ddffe2663d5523c514f3c3dd1">
  <xsd:schema xmlns:xsd="http://www.w3.org/2001/XMLSchema" xmlns:xs="http://www.w3.org/2001/XMLSchema" xmlns:p="http://schemas.microsoft.com/office/2006/metadata/properties" xmlns:ns2="300165ae-20a1-41b8-a653-cdfe1607fec6" xmlns:ns3="5379cce3-7608-47a6-bd87-7ce5e1adf648" targetNamespace="http://schemas.microsoft.com/office/2006/metadata/properties" ma:root="true" ma:fieldsID="388f81d56e461d4e62ae6e0a5df2ecfc" ns2:_="" ns3:_="">
    <xsd:import namespace="300165ae-20a1-41b8-a653-cdfe1607fec6"/>
    <xsd:import namespace="5379cce3-7608-47a6-bd87-7ce5e1adf6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165ae-20a1-41b8-a653-cdfe1607fe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b434354-605c-4a24-9fd5-b21458dd13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9cce3-7608-47a6-bd87-7ce5e1adf64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a9f6973-fc35-45e1-bd58-45ec2cd11bd1}" ma:internalName="TaxCatchAll" ma:showField="CatchAllData" ma:web="5379cce3-7608-47a6-bd87-7ce5e1adf6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BA197-F57A-4BEC-AE67-C64A6D7C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165ae-20a1-41b8-a653-cdfe1607fec6"/>
    <ds:schemaRef ds:uri="5379cce3-7608-47a6-bd87-7ce5e1adf6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135793-5A6F-4790-B504-00618339C3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Ohio State Theme_Arial_2021</Template>
  <TotalTime>10732</TotalTime>
  <Words>85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Proxima Nova Rg</vt:lpstr>
      <vt:lpstr>Ohio State Theme_Proxima Nova_2021</vt:lpstr>
      <vt:lpstr>Rock Paper Scissors Tournament</vt:lpstr>
      <vt:lpstr>Game Overview</vt:lpstr>
      <vt:lpstr>Technical Design</vt:lpstr>
      <vt:lpstr>Struggles</vt:lpstr>
      <vt:lpstr>Demo</vt:lpstr>
      <vt:lpstr>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Into the Unknown: PNNPFe + Silanes</dc:title>
  <dc:creator>Jeremiah Stevens</dc:creator>
  <cp:lastModifiedBy>Kyle Haustein</cp:lastModifiedBy>
  <cp:revision>55</cp:revision>
  <dcterms:created xsi:type="dcterms:W3CDTF">2021-08-26T12:43:02Z</dcterms:created>
  <dcterms:modified xsi:type="dcterms:W3CDTF">2026-06-19T11:04:46Z</dcterms:modified>
</cp:coreProperties>
</file>